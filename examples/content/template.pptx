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2"/>
  </p:notes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9DF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07919-F348-40B2-80FB-A7A414508113}" type="datetimeFigureOut">
              <a:rPr lang="de-DE" smtClean="0"/>
              <a:t>20.12.2022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D89000-A4B8-4092-B968-11CAF7C64C5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57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480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739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127" y="188097"/>
            <a:ext cx="8302748" cy="660400"/>
          </a:xfrm>
        </p:spPr>
        <p:txBody>
          <a:bodyPr>
            <a:normAutofit/>
          </a:bodyPr>
          <a:lstStyle>
            <a:lvl1pPr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0" y="848497"/>
            <a:ext cx="9144000" cy="0"/>
          </a:xfrm>
          <a:prstGeom prst="line">
            <a:avLst/>
          </a:prstGeom>
          <a:ln w="38100">
            <a:solidFill>
              <a:srgbClr val="90C2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1A22B-E04E-4913-9126-B97123053B25}" type="datetime1">
              <a:rPr lang="de-DE" smtClean="0"/>
              <a:t>20.12.2022</a:t>
            </a:fld>
            <a:endParaRPr lang="de-D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00FD-E181-4AD1-826A-F8B391B5AF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1644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0F9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E8A62-89EB-462E-82AD-36A58273B458}" type="datetime1">
              <a:rPr lang="de-DE" smtClean="0"/>
              <a:t>20.12.2022</a:t>
            </a:fld>
            <a:endParaRPr lang="de-DE" dirty="0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E00FD-E181-4AD1-826A-F8B391B5AF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3619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3127" y="6041363"/>
            <a:ext cx="912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15A3A-D4AE-4954-B22D-A48C2B1442DF}" type="datetime1">
              <a:rPr lang="de-DE" smtClean="0"/>
              <a:t>20.12.2022</a:t>
            </a:fld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4121" y="6041362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3E00FD-E181-4AD1-826A-F8B391B5AFD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6291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8" r:id="rId2"/>
    <p:sldLayoutId id="2147483805" r:id="rId3"/>
  </p:sldLayoutIdLst>
  <p:timing>
    <p:tnLst>
      <p:par>
        <p:cTn id="1" dur="indefinite" restart="never" nodeType="tmRoot"/>
      </p:par>
    </p:tnLst>
  </p:timing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Calibri</vt:lpstr>
      <vt:lpstr>Trebuchet MS</vt:lpstr>
      <vt:lpstr>Wingdings 3</vt:lpstr>
      <vt:lpstr>Facet</vt:lpstr>
    </vt:vector>
  </TitlesOfParts>
  <Company>MPI-HLR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mbentse_Ladmin</dc:creator>
  <cp:lastModifiedBy>mbentse_Ladmin</cp:lastModifiedBy>
  <cp:revision>9</cp:revision>
  <dcterms:created xsi:type="dcterms:W3CDTF">2022-12-19T14:54:04Z</dcterms:created>
  <dcterms:modified xsi:type="dcterms:W3CDTF">2022-12-20T13:03:30Z</dcterms:modified>
</cp:coreProperties>
</file>