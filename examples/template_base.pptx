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48" r:id="rId1"/>
  </p:sldMasterIdLst>
  <p:notesMasterIdLst>
    <p:notesMasterId r:id="rId2"/>
  </p:notesMasterIdLst>
  <p:handoutMasterIdLst>
    <p:handoutMasterId r:id="rId3"/>
  </p:handoutMasterIdLst>
  <p:sldSz cx="9144000" cy="6858000" type="screen4x3"/>
  <p:notesSz cx="6797675" cy="987425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AA5"/>
    <a:srgbClr val="336699"/>
    <a:srgbClr val="FFFF99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87" autoAdjust="0"/>
    <p:restoredTop sz="90953" autoAdjust="0"/>
  </p:normalViewPr>
  <p:slideViewPr>
    <p:cSldViewPr>
      <p:cViewPr varScale="1">
        <p:scale>
          <a:sx n="80" d="100"/>
          <a:sy n="80" d="100"/>
        </p:scale>
        <p:origin x="1666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2" d="100"/>
          <a:sy n="62" d="100"/>
        </p:scale>
        <p:origin x="3240" y="48"/>
      </p:cViewPr>
      <p:guideLst>
        <p:guide orient="horz" pos="3110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0DAF50-98ED-4CA6-8451-F3F62C0F73B6}" type="datetimeFigureOut">
              <a:rPr lang="en-GB" smtClean="0"/>
              <a:t>28/11/2022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7895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C6A7F0-0391-4EA2-92A4-FD26AF9DD3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02814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3EDA41-1EB1-485E-8769-40C2FEDBB033}" type="datetimeFigureOut">
              <a:rPr lang="de-DE" smtClean="0"/>
              <a:pPr/>
              <a:t>28.11.2022</a:t>
            </a:fld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4690269"/>
            <a:ext cx="5438140" cy="4443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3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F90C65-BE1F-4A4C-A75E-9B921E20D3DE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890529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34" y="0"/>
            <a:ext cx="9120478" cy="7029400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2233" y="2996952"/>
            <a:ext cx="9141767" cy="20882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62" y="3418710"/>
            <a:ext cx="2151360" cy="1244715"/>
          </a:xfrm>
          <a:prstGeom prst="rect">
            <a:avLst/>
          </a:prstGeom>
        </p:spPr>
      </p:pic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2322930" y="4230216"/>
            <a:ext cx="6645424" cy="710952"/>
          </a:xfrm>
          <a:prstGeom prst="rect">
            <a:avLst/>
          </a:prstGeom>
        </p:spPr>
        <p:txBody>
          <a:bodyPr/>
          <a:lstStyle>
            <a:lvl1pPr algn="l">
              <a:defRPr sz="20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4335578"/>
            <a:ext cx="423624" cy="279961"/>
          </a:xfrm>
          <a:prstGeom prst="rect">
            <a:avLst/>
          </a:prstGeom>
        </p:spPr>
      </p:pic>
      <p:sp>
        <p:nvSpPr>
          <p:cNvPr id="17" name="TextBox 16"/>
          <p:cNvSpPr txBox="1"/>
          <p:nvPr userDrawn="1"/>
        </p:nvSpPr>
        <p:spPr>
          <a:xfrm>
            <a:off x="2322930" y="3087536"/>
            <a:ext cx="6480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dirty="0" smtClean="0"/>
              <a:t>Bioinformatics Core Unit</a:t>
            </a:r>
            <a:endParaRPr lang="en-US" sz="2400" dirty="0" smtClean="0">
              <a:solidFill>
                <a:schemeClr val="tx1"/>
              </a:solidFill>
            </a:endParaRPr>
          </a:p>
        </p:txBody>
      </p:sp>
      <p:sp>
        <p:nvSpPr>
          <p:cNvPr id="18" name="TextBox 17"/>
          <p:cNvSpPr txBox="1"/>
          <p:nvPr userDrawn="1"/>
        </p:nvSpPr>
        <p:spPr>
          <a:xfrm>
            <a:off x="2322930" y="3615407"/>
            <a:ext cx="5976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/>
              <a:t>MPI for Heart and Lung Research</a:t>
            </a:r>
            <a:endParaRPr lang="en-US" sz="2400" dirty="0" smtClean="0">
              <a:solidFill>
                <a:schemeClr val="tx1"/>
              </a:solidFill>
            </a:endParaRPr>
          </a:p>
        </p:txBody>
      </p:sp>
      <p:cxnSp>
        <p:nvCxnSpPr>
          <p:cNvPr id="20" name="Straight Connector 19"/>
          <p:cNvCxnSpPr/>
          <p:nvPr userDrawn="1"/>
        </p:nvCxnSpPr>
        <p:spPr>
          <a:xfrm>
            <a:off x="2322930" y="4131662"/>
            <a:ext cx="6573416" cy="0"/>
          </a:xfrm>
          <a:prstGeom prst="line">
            <a:avLst/>
          </a:prstGeom>
          <a:ln w="12700" cap="flat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68532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160" y="-9128"/>
            <a:ext cx="3131840" cy="782960"/>
          </a:xfrm>
          <a:prstGeom prst="rect">
            <a:avLst/>
          </a:prstGeom>
        </p:spPr>
      </p:pic>
      <p:pic>
        <p:nvPicPr>
          <p:cNvPr id="6" name="Picture 1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8830" y="0"/>
            <a:ext cx="2046984" cy="751111"/>
          </a:xfrm>
          <a:prstGeom prst="rect">
            <a:avLst/>
          </a:prstGeom>
        </p:spPr>
      </p:pic>
      <p:sp>
        <p:nvSpPr>
          <p:cNvPr id="7" name="Title 9"/>
          <p:cNvSpPr>
            <a:spLocks noGrp="1"/>
          </p:cNvSpPr>
          <p:nvPr>
            <p:ph type="title"/>
          </p:nvPr>
        </p:nvSpPr>
        <p:spPr>
          <a:xfrm>
            <a:off x="1115616" y="116632"/>
            <a:ext cx="5688632" cy="576064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214032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9"/>
          <p:cNvSpPr>
            <a:spLocks noGrp="1"/>
          </p:cNvSpPr>
          <p:nvPr>
            <p:ph type="title"/>
          </p:nvPr>
        </p:nvSpPr>
        <p:spPr>
          <a:xfrm>
            <a:off x="1115616" y="116632"/>
            <a:ext cx="7776864" cy="576064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40672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etwe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2233" y="2996952"/>
            <a:ext cx="9141767" cy="20882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62" y="3418710"/>
            <a:ext cx="2151360" cy="1244715"/>
          </a:xfrm>
          <a:prstGeom prst="rect">
            <a:avLst/>
          </a:prstGeom>
        </p:spPr>
      </p:pic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2339752" y="3510136"/>
            <a:ext cx="6645424" cy="710952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/>
          </p:nvPr>
        </p:nvSpPr>
        <p:spPr>
          <a:xfrm>
            <a:off x="2339752" y="4221088"/>
            <a:ext cx="5184477" cy="6371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endParaRPr lang="en-US" dirty="0" smtClean="0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9144000" cy="908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4335578"/>
            <a:ext cx="423624" cy="279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5090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 userDrawn="1"/>
        </p:nvGrpSpPr>
        <p:grpSpPr>
          <a:xfrm>
            <a:off x="0" y="51607"/>
            <a:ext cx="9144000" cy="713097"/>
            <a:chOff x="0" y="51607"/>
            <a:chExt cx="9144000" cy="713097"/>
          </a:xfrm>
        </p:grpSpPr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1607"/>
              <a:ext cx="1066802" cy="617221"/>
            </a:xfrm>
            <a:prstGeom prst="rect">
              <a:avLst/>
            </a:prstGeom>
          </p:spPr>
        </p:pic>
        <p:cxnSp>
          <p:nvCxnSpPr>
            <p:cNvPr id="21" name="Straight Connector 20"/>
            <p:cNvCxnSpPr/>
            <p:nvPr/>
          </p:nvCxnSpPr>
          <p:spPr>
            <a:xfrm>
              <a:off x="0" y="764704"/>
              <a:ext cx="9144000" cy="0"/>
            </a:xfrm>
            <a:prstGeom prst="line">
              <a:avLst/>
            </a:prstGeom>
            <a:ln w="158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668" y="495173"/>
            <a:ext cx="238852" cy="157851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628650" y="6400412"/>
            <a:ext cx="84119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AC3F2F71-736C-4C54-9F2E-3916B4578F56}" type="datetime5">
              <a:rPr lang="en-US" sz="1200" smtClean="0">
                <a:solidFill>
                  <a:schemeClr val="bg1">
                    <a:lumMod val="50000"/>
                  </a:schemeClr>
                </a:solidFill>
              </a:rPr>
              <a:pPr algn="l"/>
              <a:t>28-Nov-22</a:t>
            </a:fld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8147942" y="6400411"/>
            <a:ext cx="36740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BD4B7732-8F71-4C85-94B3-A1CCEF1830A2}" type="slidenum">
              <a:rPr lang="en-US" sz="1200" smtClean="0">
                <a:solidFill>
                  <a:schemeClr val="bg1">
                    <a:lumMod val="50000"/>
                  </a:schemeClr>
                </a:solidFill>
              </a:rPr>
              <a:pPr/>
              <a:t>‹#›</a:t>
            </a:fld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63" r:id="rId4"/>
  </p:sldLayoutIdLst>
  <p:timing>
    <p:tnLst>
      <p:par>
        <p:cTn id="1" dur="indefinite" restart="never" nodeType="tmRoot"/>
      </p:par>
    </p:tnLst>
  </p:timing>
  <p:hf hdr="0"/>
  <p:txStyles>
    <p:titleStyle>
      <a:lvl1pPr algn="ctr" defTabSz="914400" rtl="0" eaLnBrk="1" latinLnBrk="0" hangingPunct="1">
        <a:spcBef>
          <a:spcPct val="0"/>
        </a:spcBef>
        <a:buNone/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2700" cap="flat">
          <a:tailEnd type="stealth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2400" smtClean="0">
            <a:solidFill>
              <a:schemeClr val="tx1"/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Larissa-Design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0</dc:title>
  <dc:creator>Carsten Künne</dc:creator>
  <cp:lastModifiedBy>Bentsen, Mette</cp:lastModifiedBy>
  <cp:revision>1157</cp:revision>
  <cp:lastPrinted>2013-06-03T14:58:03Z</cp:lastPrinted>
  <dcterms:created xsi:type="dcterms:W3CDTF">2012-12-19T16:41:14Z</dcterms:created>
  <dcterms:modified xsi:type="dcterms:W3CDTF">2022-11-28T22:22:12Z</dcterms:modified>
</cp:coreProperties>
</file>